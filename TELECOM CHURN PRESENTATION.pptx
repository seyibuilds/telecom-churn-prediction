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TELECOM 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2C39A"/>
                </a:solidFill>
              </a:defRPr>
            </a:pPr>
            <a:r>
              <a:t>Machine Learning Capstone Project</a:t>
            </a:r>
            <a:br/>
            <a:r>
              <a:t>GROUP KILO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Goal: Predict which telecom customers will leave (churn) before they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Impact: Enable the company to retain customers with targeted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Dataset: 7,043 customer records with 31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Outcome: 82.19% accuracy in predicting customer churn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Problem: Customer churn costs the company revenue and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Objective 1: Build an accurate ML model to predict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Objective 2: Identify key factors driving customer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Objective 3: Provide actionable recommendations for retention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Source: IBM Telecom Customer Churn Dataset (Kaggle)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Total Customers: 7,043 | Churned: 1,869 (26.54%) | Stayed: 5,174 (73.46%)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Features: Demographics, Account Info, Services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Data Quality: Cleaned, normalized, and ready for modeling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Data Preparation: Clean data, convert text to numbers, remove unnecessary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Data Split: 80% training (5,634 customers) | 20% testing (1,409 customers)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Models Built: Logistic Regression &amp;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Evaluation: Compared accuracy, precision, recall, and F1-score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Results: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Logistic Regression: 82.19% Accuracy (WINNER)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Random Forest: 79.49%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Logistic Regression advantages: Simpler, faster, more interpretable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Precision: 68.71% | Recall: 60.05% | F1-Score: 0.6409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Feature Importance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smtClean="0"/>
              <a:t>Total </a:t>
            </a:r>
            <a:r>
              <a:rPr dirty="0"/>
              <a:t>Charges (19.53%) - New customers more likely to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Tenure (17.03%) - Longer customers more likely to stay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Monthly Charges (16.86%) - Higher fees = higher churn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Internet Service Type, Payment Method, Contract Type, etc.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High-risk customers: New, high-bill, month-to-month contract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Model catches 60% of actual churners before they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Only 31% false alarms (68.71% precision)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Top 3 factors account for 53% of churn prediction power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Onboarding: Implement programs for new customers in first 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smtClean="0"/>
              <a:t>Retention</a:t>
            </a:r>
            <a:r>
              <a:rPr dirty="0"/>
              <a:t>: Offer loyalty discounts to convert month-to-month to annual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Deployment: Score all customers monthly, contact top 10% at-risk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rPr dirty="0" smtClean="0"/>
              <a:t>• </a:t>
            </a:r>
            <a:r>
              <a:rPr dirty="0"/>
              <a:t>Monitoring: Retrain model monthly as customer behavior evolves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bIns="91440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Successfully built ML model with 82.19% accuracy for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Model is production-ready and can save company millions in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3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Identified clear factors to focus retention efforts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Continuous improvement: Monitor, retrain, and optimize over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450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DEBOLA BANKOLE</cp:lastModifiedBy>
  <cp:revision>3</cp:revision>
  <dcterms:created xsi:type="dcterms:W3CDTF">2013-01-27T09:14:16Z</dcterms:created>
  <dcterms:modified xsi:type="dcterms:W3CDTF">2026-06-11T22:42:15Z</dcterms:modified>
  <cp:category/>
</cp:coreProperties>
</file>